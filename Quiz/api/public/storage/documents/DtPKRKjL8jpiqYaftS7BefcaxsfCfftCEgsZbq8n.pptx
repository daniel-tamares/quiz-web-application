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022C-BF2C-469B-B95A-1E484C2BE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80CD1-E82D-424A-8909-E6B9BAC43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96325-E47C-46D6-AE35-34F8FCAD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A61EF-4A5D-4F63-96E2-425C217B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50F6-F609-4C05-8BE7-E360D30F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261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4D7B-9331-4316-B4AD-22CECE021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562E-AF2F-4311-9C0F-0859FDEEC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4257D-C690-47F7-AF17-DA8A10C3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9828-AB1B-43C1-90E7-70F58474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245FA-3B6E-40B2-B90F-2AD48D6C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088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FABF-851A-46E3-A356-58E90518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F2624-897C-4C7F-A246-19E0371D6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432A2-CFF9-4A4D-BB4D-EF83351C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D3DE1-CCC1-4B80-8A36-B8A11703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4C5C-808B-4811-B390-46DEB1D4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843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7DE0-21DC-4172-BB17-BDD31E74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E60B-7A76-4405-8035-185E7B98C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B6562-70DC-4D79-9988-7E1AF6176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9EA97-4B6A-4349-A3CB-9BB7A186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1158-18D8-4715-A7F1-CC348705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FBD9-B626-4ADA-89CE-45F368C4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561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1C5D2-5D76-4A5F-8009-816FB880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89942-50DC-4C8E-B147-812976282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A2702-4434-4747-9054-95C5DCA79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63E0D-E041-45F1-87F2-F4EFE70BD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009B9-EC6E-4B1D-BD7A-7BDBBC90F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C685B-E897-45AD-B183-9FBE5210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9B219-806D-426E-B14B-230B899F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879E1-1AAC-4A6E-8F67-99B33798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328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E2FE-49FB-4D77-B4DA-087CD170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557F6-9DD1-4B13-A481-5D6E466A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3A01C-7A5A-42DB-84B4-15948133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4BC0A-E059-4197-8C9E-3A3EBA15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016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D24FE9-6F36-410C-BE8B-9573CE64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3E06E-2D27-4C69-8640-04521D39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EC1D6-D869-48C9-8F63-AF85E899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2734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E769-0EC8-4FDF-A74B-64B9E3B8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6A191-D144-4583-9081-6E3B1ABAE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77E34-718E-42E3-90B5-98DC5C150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72480-0F80-4F58-B05E-C0E01937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C82C5-DF8E-47F4-B518-D3CB9955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0386B-B25A-4695-8981-2D835B7E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655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27C7-87FE-4352-A216-34D5AAD6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70F1AB-6B76-4B7C-ACEC-E7FEF746C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FDAFF-89F5-43AF-BFA2-2A231E8F5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DE8A6-4092-402A-B452-3CDF9B8B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2A484-898E-4A30-B8E4-327A1BBB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87B69-8E45-49DB-9BE0-CCCB3A8A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915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79BF-082A-471D-BD8C-A13BCFA6E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9E141-6A0D-4ACD-BFC8-CDD3B1093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B9FF9-53B7-4022-B420-A52F48A3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C9E8A-B310-44FF-8D9C-EFE19E01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2B348-D8F3-4344-ACF3-FFE4390F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181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3F392-BE94-4733-AAA5-BCFAEE8EA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AC448-E076-45CA-B212-1626B7C0C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4CCA7-8118-4497-AD6D-AFCB8843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370B-053F-4700-8FF9-6A716B2C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C78C0-DAC5-4F42-8D73-F136BF51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044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73791-4ADF-406E-9FE9-9D1A1754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8D483-6EC9-4B7E-960E-B9F013305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28E9E-13FC-49CA-8757-948ECC5FE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E54F2-2FAA-4B12-BC76-4A1D31FCE85D}" type="datetimeFigureOut">
              <a:rPr lang="en-PH" smtClean="0"/>
              <a:t>7/23/2025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E51B3-1F05-4DCB-9C5A-3579D4B22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2B89E-2779-4FF9-99C6-A05C4105D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8A477-E1F5-49DC-84C7-0A12E827A5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897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C7C9-7D88-4FE8-AE74-A91EEB8C6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dsafdfsaf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C73A2-A50E-4BCF-BD32-C2367479D2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asdfsf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4887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A658-1E09-4762-B5DA-6DD32C37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safdafdf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3F8E-0CEF-4EFB-99C3-E91D30026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saffsafdfadfdasf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1467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4102-88E3-4CB9-8BA5-F8E90DF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safdsfdsff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7B674-33B4-494C-A183-E1FBEC57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865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6A1F-02C5-4F9A-9879-98BA9FF0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dsadfasf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8F1ED-F98C-4826-8892-12E87A1F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asdffdsfasf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5730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dsafdfsaf</vt:lpstr>
      <vt:lpstr>safdafdf</vt:lpstr>
      <vt:lpstr>safdsfdsff</vt:lpstr>
      <vt:lpstr>dsadfasf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dsafdfsaf</dc:title>
  <dc:creator>LENOVO</dc:creator>
  <cp:lastModifiedBy>LENOVO</cp:lastModifiedBy>
  <cp:revision>1</cp:revision>
  <dcterms:created xsi:type="dcterms:W3CDTF">2025-07-23T06:02:21Z</dcterms:created>
  <dcterms:modified xsi:type="dcterms:W3CDTF">2025-07-23T06:03:15Z</dcterms:modified>
</cp:coreProperties>
</file>